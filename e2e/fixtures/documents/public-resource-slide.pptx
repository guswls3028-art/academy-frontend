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QA slide original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Synthetic QA content: 42 / 100.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